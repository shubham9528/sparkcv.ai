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SparkCV.ai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AI-Powered Resume Builder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SparkCV.ai is an intelligent resume building platform that leverages AI to help users create professional, ATS-optimized resumes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💡 Built with modern web technologies for seamless user experience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🤖 Integrates OpenAI for content enhancement and resume parsing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📱 Full-stack application with React frontend and Express backend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🎨 Multiple professional templates with customization options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☁️ Cloud-based with MongoDB database and ImageKit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✨ AI-Powered Content Enhancement - Enhance professional summaries and job descriptions using OpenAI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📄 PDF Resume Upload - Upload existing resumes and parse them automatically with AI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🎨 Multiple Templates - Choose from Classic, Modern, Minimal, and Minimal with Image templates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🎯 ATS Optimization - Automatically optimize resumes for Applicant Tracking Systems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🔐 User Authentication - Secure JWT-based authentication system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💾 Auto-Save - Automatic saving of resume data as you work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🌈 Color Customization - Personalize resume accent colors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📤 Share &amp; Download - Share resumes via link or download as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Frontend Technologies: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React 19.1.1 - UI library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Vite - Build tool &amp; dev server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Redux Toolkit - State management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React Router - Client-side routing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TailwindCSS 4.1 - Styling framework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Axios - HTTP client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Lucide React - Icon library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React Hot Toast - Notifications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React PDF to Text - PDF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Backend Technologies: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Node.js &amp; Express 5.1 - Server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MongoDB &amp; Mongoose - Database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OpenAI API - AI integration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JWT - Authentication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Bcrypt - Password hashing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ImageKit - Image management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Multer - File uploads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CORS - Cross-origin support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Dotenv - Environment config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🏗️ Client-Server Architecture with RESTful API design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📱 Frontend: Single Page Application (SPA) built with React and Vite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🔄 State Management: Redux Toolkit for centralized application state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🌐 Backend: Express.js server with modular MVC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💾 Database: MongoDB with Mongoose ODM for data modeling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🤖 AI Integration: OpenAI API for intelligent content generation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🔐 Authentication: JWT-based stateless authentication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☁️ File Storage: ImageKit for profile image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User Model: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name: String (required)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email: String (unique, required)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password: String (hashed)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timestamps: createdAt, updatedAt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Methods: comparePassword()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Authentication: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Bcrypt password hashing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JWT token generation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Protected routes 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Resume Model: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userId: Reference to User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title: String (default: 'Untitled')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template: String (classic/modern/minimal)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accent_color: String (hex color)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personal_info: Object (name, email, phone, etc.)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professional_summary: String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skills: Array of Strings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experience: Array of Objects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education: Array of Objects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project: Array of Objects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👤 User Routes (/api/users):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POST /register - Create new user account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POST /login - Authenticate user and return JWT token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GET /data - Get authenticated user data (protected)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📄 Resume Routes (/api/resumes):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POST / - Create new resume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GET / - Get all user resumes (protected)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GET /:id - Get specific resume by ID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PUT /:id - Update resume data (protected)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DELETE /:id - Delete resume (protected)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🤖 AI Routes (/api/ai):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POST /enhance-pro-sum - Enhance professional summary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POST /enhance-job-desc - Enhance job description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POST /upload-resume - Parse and upload PDF resume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AI-Powered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🧠 Professional Summary Enhancement: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Uses OpenAI to create compelling 1-2 sentence summaries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Highlights key skills, experience, and career objectives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ATS-friendly and optimized for applicant tracking systems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💼 Job Description Enhancement: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Enhances experience descriptions with action verbs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Adds quantifiable results and achievements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Keeps descriptions concise (1-2 sentences)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📤 Resume Upload &amp; Parsing: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Extracts data from PDF resumes using AI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Matches job description keywords naturally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Preserves original information without fabrication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Optimizes for ATS without adding false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Key Frontend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📊 Dashboard - Main hub for managing all resumes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Create new resumes, upload PDFs, view all resumes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Edit resume titles, delete resumes, navigate to builder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✏️ Resume Builder - Interactive resume editing interface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Section-based editing (Personal Info, Experience, Education, etc.)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Real-time preview with template selection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Auto-save functionality, color customization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📝 Form Components: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PersonalInfoForm - Contact details and profile image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ExperienceForm - Work history with AI enhancement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EducationForm - Academic background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ProjectForm - Portfolio projects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SkillsForm - Technical and soft skills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ProfessionalSummaryForm - Career summary with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Available 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🎨 Classic Template: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Traditional professional layout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Clean and organized structure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Suitable for corporate environments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Modern Template: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Contemporary design with visual elements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Eye-catching layout for creative fields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✨ Minimal Template: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Clean, distraction-free design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Focus on content over decoration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Perfect for tech and startup roles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📸 Minimal with Image Template: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Includes profile photo section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Professional yet personable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Great for client-facing positions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1️⃣ Registration &amp; Login: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User creates account or logs in with existing credentials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JWT token stored in localStorage for session management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2️⃣ Dashboard: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View all created resumes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Create new resume from scratch or upload existing PDF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3️⃣ Resume Builder: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Fill in personal information, experience, education, skills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Use AI to enhance professional summary and job descriptions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Select template and customize colors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Preview resume in real-time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4️⃣ Save &amp; Share: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Auto-save ensures no data loss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Download as PDF or share via public link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🔐 Password Security: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Bcrypt hashing with salt rounds for password storage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Passwords never stored in plain text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Password comparison using secure methods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🎫 JWT Authentication: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Stateless authentication using JSON Web Tokens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Token-based authorization for protected routes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Middleware protection for sensitive endpoints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🛡️ Data Protection: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User data isolation - users can only access their own resumes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Environment variables for sensitive configuration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CORS configuration for cross-origin security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Input validation and sanitization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Redux State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📦 Centralized State with Redux Toolkit: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Auth Slice - User authentication state, login/logout actions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Persistent token storage in localStorage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Loading states for async operations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🔄 State Flow: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User logs in → JWT token stored → User data fetched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Resume data loaded from API → Stored in component state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Changes auto-saved to backend → UI updated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⚡ Benefits: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Predictable state updates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Easy debugging with Redux DevTools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Efficient re-rendering with React-Redux hooks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Separation of concerns between UI and business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Development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🛠️ Client Setup: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npm install - Install dependencies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npm run dev - Start Vite development server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npm run build - Build for production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npm run lint - Run ESLint checks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⚙️ Server Setup: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npm install - Install dependencies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npm run server - Start with nodemon (auto-reload)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npm start - Start production server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🔧 Environment Configuration: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Client: VITE_API_URL for backend connection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Server: MongoDB URI, JWT secret, OpenAI API key, ImageKit credentials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📁 Project Structure: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Modular architecture with clear separation of concerns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MVC pattern on backend, component-based on frontend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Project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Full-Stack Modern Web Application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AI Integration for Intelligent Content Generation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Responsive Design with TailwindCSS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Secure Authentication &amp; Authorization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Real-time Preview &amp; Auto-Save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Multiple Professional Templates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ATS Optimization for Better Job Prospects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PDF Upload &amp; Parsing Capability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Cloud-Based Image Storage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RESTful API Design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Scalable MongoDB Database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✅ Modern Development Tools (Vite, React 19, Express 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Potential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🚀 Additional Features: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More resume templates and customization options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Cover letter generation with AI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LinkedIn profile import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Resume analytics and tracking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Collaborative editing features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🔧 Technical Enhancements: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TypeScript migration for type safety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Server-side rendering with Next.js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Progressive Web App (PWA) support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Real-time collaboration with WebSockets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Comprehensive unit and integration tests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CI/CD pipeline setup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   • Performance optimization and caching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SparkCV.ai - Build Your Future with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